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-91440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914400"/>
            <a:ext cx="822960" cy="822960"/>
          </a:xfrm>
          <a:prstGeom prst="oval">
            <a:avLst/>
          </a:prstGeom>
          <a:solidFill>
            <a:srgbClr val="00C2A8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945" y="1021385"/>
            <a:ext cx="608990" cy="60899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9659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DreamOS</a:t>
            </a:r>
            <a:endParaRPr lang="en-US" sz="5400" dirty="0"/>
          </a:p>
        </p:txBody>
      </p:sp>
      <p:sp>
        <p:nvSpPr>
          <p:cNvPr id="6" name="Text 2"/>
          <p:cNvSpPr/>
          <p:nvPr/>
        </p:nvSpPr>
        <p:spPr>
          <a:xfrm>
            <a:off x="822960" y="29718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Semantic File Management for the Desktop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822960" y="3703320"/>
            <a:ext cx="2103120" cy="38404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3703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MONITORING - I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22960" y="56235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Ali Syed (2305139)  |  Om Vyas (2305170)  |  Krushna Kadam (2305165)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 - IICT, MGM University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Problem, and What We're Building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4617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82296" cy="4617720"/>
          </a:xfrm>
          <a:prstGeom prst="rect">
            <a:avLst/>
          </a:prstGeom>
          <a:solidFill>
            <a:srgbClr val="C0475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47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REAL DESKTOP, TODAY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final_final_v3.txt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Untitled document.txt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backup_of_backup.txt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scan0007.txt</a:t>
            </a:r>
            <a:endParaRPr lang="en-US" sz="14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new_doc_2026_03_11.txt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4480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finds a file by its name anymore - they remember what it's about.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OBJECTIVE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66928" cy="566928"/>
          </a:xfrm>
          <a:prstGeom prst="oval">
            <a:avLst/>
          </a:prstGeom>
          <a:solidFill>
            <a:srgbClr val="E7F8F4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341" y="1948221"/>
            <a:ext cx="419527" cy="41952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40880" y="1847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 meaning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040880" y="21762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what they're about, not what they're named.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044952"/>
            <a:ext cx="566928" cy="566928"/>
          </a:xfrm>
          <a:prstGeom prst="oval">
            <a:avLst/>
          </a:prstGeom>
          <a:solidFill>
            <a:srgbClr val="E7F8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41" y="3118653"/>
            <a:ext cx="419527" cy="41952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3017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by intent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7040880" y="334670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my resume" resolves and launches the right file directly.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63640" y="4215384"/>
            <a:ext cx="566928" cy="566928"/>
          </a:xfrm>
          <a:prstGeom prst="oval">
            <a:avLst/>
          </a:prstGeom>
          <a:solidFill>
            <a:srgbClr val="E7F8F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41" y="4289085"/>
            <a:ext cx="419527" cy="4195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0880" y="41879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Organize with AI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7040880" y="451713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 a messy vault - safely, and fully reversibly.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552297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from three proposed directions (Cognitive Spectre / DreamOS / SentinelLLM) - proposal deck, slides 7-10.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708660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C:\Users\Asus\projects\DreamOS\docs\diagrams\0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53747"/>
            <a:ext cx="6537960" cy="39448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100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8001000" y="1828800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4" y="192938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9368" y="17922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Desktop shell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8659368" y="20848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Tauri + React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01000" y="2761488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4" y="2862072"/>
            <a:ext cx="301752" cy="3017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9368" y="27249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service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659368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001000" y="3694176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3794760"/>
            <a:ext cx="301752" cy="30175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9368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659368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metadata + ChromaDB vectors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8001000" y="4626864"/>
            <a:ext cx="50292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4727448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9368" y="4590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AI runtime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8659368" y="488289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- nomic-embed-text, llama3.2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8001000" y="56052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calls, no API keys - everything runs on-device.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Stand at Monitoring - 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063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27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module scope built, tested, and packaged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0" y="1417320"/>
            <a:ext cx="3063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51960" y="152704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A93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25196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what these guidelines expect at this checkpoint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43800" y="1554480"/>
            <a:ext cx="0" cy="1143000"/>
          </a:xfrm>
          <a:prstGeom prst="line">
            <a:avLst/>
          </a:prstGeom>
          <a:noFill/>
          <a:ln w="19050">
            <a:solidFill>
              <a:srgbClr val="D6D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0" y="1527048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 backend tests passing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- embeddings &amp; LLM mocked in tests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a real Windows installer (MSI + NSIS)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52578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200400"/>
            <a:ext cx="5257800" cy="5029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19272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3444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&amp; TESTED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Interface - routes search / open / organize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Engine - vector similarity, tuned threshold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File Organizer - categorize, apply, reversible revert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291072" y="3200400"/>
            <a:ext cx="525780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91072" y="3200400"/>
            <a:ext cx="5257800" cy="502920"/>
          </a:xfrm>
          <a:prstGeom prst="rect">
            <a:avLst/>
          </a:prstGeom>
          <a:solidFill>
            <a:srgbClr val="8A93A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331927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85432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PLANNED - MONITORING II / III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65392" y="38862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- file relationship graph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Engine - session-aware retrieval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Workspace Manager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0" y="3566160"/>
            <a:ext cx="457200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Demo, and What's Next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TODAY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48640" cy="548640"/>
          </a:xfrm>
          <a:prstGeom prst="oval">
            <a:avLst/>
          </a:prstGeom>
          <a:solidFill>
            <a:srgbClr val="27306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03" y="1945843"/>
            <a:ext cx="405994" cy="4059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8562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search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371600" y="21579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something about a meeting" - no filename match needed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640080" y="2898648"/>
            <a:ext cx="548640" cy="548640"/>
          </a:xfrm>
          <a:prstGeom prst="oval">
            <a:avLst/>
          </a:prstGeom>
          <a:solidFill>
            <a:srgbClr val="27306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2969971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2880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by intent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371600" y="31821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my resume" - resolves and launches the right file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640080" y="3922776"/>
            <a:ext cx="548640" cy="548640"/>
          </a:xfrm>
          <a:prstGeom prst="oval">
            <a:avLst/>
          </a:prstGeom>
          <a:solidFill>
            <a:srgbClr val="27306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" y="3994099"/>
            <a:ext cx="405994" cy="4059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9044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organizer + revert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371600" y="4206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 the vault, apply, then reverse it cleanly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49224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9" name="Text 13"/>
          <p:cNvSpPr/>
          <p:nvPr/>
        </p:nvSpPr>
        <p:spPr>
          <a:xfrm>
            <a:off x="64922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78040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- II (~80%)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7178040" y="215798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+ Context Memory Engine; begin Intelligent Workspace Manager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23" name="Text 17"/>
          <p:cNvSpPr/>
          <p:nvPr/>
        </p:nvSpPr>
        <p:spPr>
          <a:xfrm>
            <a:off x="64922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III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178040" y="30815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- III (100%)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178040" y="3392424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Intelligent Workspace Manager; full testing; final report &amp; submission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739128" y="2377440"/>
            <a:ext cx="0" cy="731520"/>
          </a:xfrm>
          <a:prstGeom prst="line">
            <a:avLst/>
          </a:prstGeom>
          <a:noFill/>
          <a:ln w="25400">
            <a:solidFill>
              <a:srgbClr val="3A438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" y="5989320"/>
            <a:ext cx="10881360" cy="18288"/>
          </a:xfrm>
          <a:prstGeom prst="rect">
            <a:avLst/>
          </a:prstGeom>
          <a:solidFill>
            <a:srgbClr val="3A4380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6126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 proposed modules shipped and verified - ahead of schedule, with an honest plan for the rest.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DreamOS - Project Monitoring I</dc:title>
  <dc:subject>PptxGenJS Presentation</dc:subject>
  <dc:creator>Zaid Ali Syed, Om Vyas, Krushna Kadam</dc:creator>
  <cp:lastModifiedBy>Zaid Ali Syed, Om Vyas, Krushna Kadam</cp:lastModifiedBy>
  <cp:revision>1</cp:revision>
  <dcterms:created xsi:type="dcterms:W3CDTF">2026-08-11T14:29:23Z</dcterms:created>
  <dcterms:modified xsi:type="dcterms:W3CDTF">2026-08-11T14:29:23Z</dcterms:modified>
</cp:coreProperties>
</file>